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65109"/>
            <a:ext cx="7589520" cy="52593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今日の作業ログが「まだ」か「提出済み」かが出ます。「作業ログを書く」から書けます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「先生からのメッセージ」: 先生がチームに送った、短い連絡です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中間報告などの日付までの日数(あと◯日)と、企画名・メンバー・提出先などが出ます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チームのようす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43989"/>
            <a:ext cx="11430000" cy="4501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「チームのようす」は、直近3週間の作業ログ・担当・完了・期限超過などの目安です。点数や順位ではありません。助けてもらったら「ありがとう」のスタンプを送れます。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1554480"/>
            <a:ext cx="62865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やったタスクのカード。自分が担当のタスクが並びます。やっていないタスクは、そのままにします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85" y="1005840"/>
            <a:ext cx="62518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219" y="1005840"/>
            <a:ext cx="5781081" cy="55778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@御子柴 〜11/30」のように書いて Enter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「ミーティングを始める」を押すと、毎週10分の確認が始まります。「Excelで保存」「PDFで保存(印刷)」で、中間報告の資料も作れます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6204" y="1554480"/>
            <a:ext cx="156911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0616" y="1005840"/>
            <a:ext cx="1740286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画面の下のメニューで、画面を切り替えます。WBSは、ガントチャートの表示から始まります(「一覧」で切り替えます)。配色とトーンは、「使い方」のページにあります。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