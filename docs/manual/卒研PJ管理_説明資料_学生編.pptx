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卒研PJ管理 操作マニュアル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Noto Sans JP"/>
              </a:rPr>
              <a:t>学生編 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F2FF"/>
                </a:solidFill>
                <a:latin typeface="Noto Sans JP"/>
              </a:rPr>
              <a:t>卒研の「予定」と「毎日の記録」を、チームで共有するためのアプリです。このマニュアルは、画面の写真と番号で、操作を説明します。写真のデータは、テスト用の架空のものです。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まずはこの4つ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これだけ覚えれば、使い始められます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1. ホームを開く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今日やること・次にやることが分かります。先生からのメッセージも、ここに出ます。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2. 授業日に作業ログを送信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やったことを選んで、一言書いて「作業ログを送信」。1分ほどです。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3. WBS・ガントチャートで予定を見る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チームの予定がひと目で分かります。直すときは「編集モードにする」。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4. PJ分析からミーティング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毎週10分の確認は、「ミーティングを始める」から始めます。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ログイン画面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学校のGoogleアカウント(@trident.ac.jp)で入ります。LINEやメールのアプリ内ブラウザでは入れないことがあるので、SafariまたはChromeで開いてください。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「Googleでログイン」を押して、学校のアカウントを選びます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初回の案内</a:t>
            </a:r>
          </a:p>
        </p:txBody>
      </p:sp>
      <p:pic>
        <p:nvPicPr>
          <p:cNvPr id="4" name="Picture 3" descr="02-no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47" y="1005840"/>
            <a:ext cx="6985944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案内(先生が見られる内容など)を読んで、「確認して始める」を押します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はじめてのガイド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初回は、画面の使い方を順に見られるガイドが出ます。あとからは、右上の「ガイド」でいつでも開けます(開いている画面に合わせた説明から始まります)。</a:t>
            </a:r>
          </a:p>
        </p:txBody>
      </p:sp>
      <p:pic>
        <p:nvPicPr>
          <p:cNvPr id="5" name="Picture 4" descr="03-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「次へ →」で、画面の説明を順に見ます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「こんなとき」では、場面(詰まったとき、WBSにない作業をしたとき、など)からやり方を探せます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ガイドの2枚目(ホーム)</a:t>
            </a:r>
          </a:p>
        </p:txBody>
      </p:sp>
      <p:pic>
        <p:nvPicPr>
          <p:cNvPr id="4" name="Picture 3" descr="04-gu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アプリを開いたら、まずホームを見ます。今日やること、次にやること、先生からの連絡が、ここにまとまっています。</a:t>
            </a:r>
          </a:p>
        </p:txBody>
      </p:sp>
      <p:pic>
        <p:nvPicPr>
          <p:cNvPr id="5" name="Picture 4" descr="05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「成果物を提出」: 先生が決めた、成果物の提出先(Googleドライブ)が開きます。先生が設定したチームにだけ出ます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今日の作業ログが「まだ」か「提出済み」かが出ます。「作業ログを書く」から書けます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「今日やること」: 期限を過ぎたもの、進行中のもの、今が予定の期間のもの。ここから作業ログへ進めます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「先生からのメッセージ」: 先生がチームに送った、短い連絡です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0" y="5303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257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「マイルストーンと企画」: 中間報告などの日付までの日数(あと◯日)と、企画名・メンバー・提出先などが出ます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ホームの下: チームのようす</a:t>
            </a:r>
          </a:p>
        </p:txBody>
      </p:sp>
      <p:pic>
        <p:nvPicPr>
          <p:cNvPr id="4" name="Picture 3" descr="06-home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43989"/>
            <a:ext cx="11430000" cy="45015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「次にやること」には、前回の作業ログで決めたことと、担当がいないタスク(「担当する」で自分のタスクにできます)が出ます。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「チームのようす」は、直近3週間の作業ログ・担当・完了・期限超過などの目安です。点数や順位ではありません。助けてもらったら「ありがとう」のスタンプを送れます。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作業ログ(はじめ)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作業ログは、授業のときに書きます。授業時間外にやった作業も含めて、前回の作業ログのあとにやったことを、まとめて書きます。その日のうちなら、何度でも直せます。</a:t>
            </a:r>
          </a:p>
        </p:txBody>
      </p:sp>
      <p:pic>
        <p:nvPicPr>
          <p:cNvPr id="5" name="Picture 4" descr="07-daily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" y="1554480"/>
            <a:ext cx="62865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やったタスクのカード。自分が担当のタスクが並びます。やっていないタスクは、そのままにします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「つぎにやること」を書く欄です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作業ログ(書いたところ)</a:t>
            </a:r>
          </a:p>
        </p:txBody>
      </p:sp>
      <p:pic>
        <p:nvPicPr>
          <p:cNvPr id="4" name="Picture 3" descr="08-daily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85" y="1005840"/>
            <a:ext cx="62518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結果を選びます(進んだ / 完了した / 詰まった)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何を・どこまでやったかを、一言書きます(10字以上)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「つぎにやること」を書きます(10字以上)。ホームの「次にやること」に出ます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38862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8404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「作業ログを送信」を押します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送信したあと</a:t>
            </a:r>
          </a:p>
        </p:txBody>
      </p:sp>
      <p:pic>
        <p:nvPicPr>
          <p:cNvPr id="4" name="Picture 3" descr="09-daily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052" y="1005840"/>
            <a:ext cx="6045415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「完了した」を選んで送信すると、タスクも完了になります。「詰まった」の内容は、ミーティングの「詰まっていること」に出ます。まず、チームの誰かに相談してください。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WBSにない作業をしたときは「＋ WBSにない作業をした」を押して書きます。送信すると、WBSにタスクとして追加されます。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入力の途中は、この端末に自動で保存されます。日をまたぐと、その日の作業ログは直せません。欠席の扱いは、先生が入力します。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WBS・ガントチャート(閲覧モード)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チームの予定(タスク)の一覧と、予定の期間の棒(ガントチャート)です。広い画面では、一覧の右に棒が並びます。</a:t>
            </a:r>
          </a:p>
        </p:txBody>
      </p:sp>
      <p:pic>
        <p:nvPicPr>
          <p:cNvPr id="5" name="Picture 4" descr="10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ふだんは閲覧モードです。直すときは「編集モードにする」を押します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◆マイルストーン(中間報告など)の段です。見出しを押すと、閉じたり開いたりできます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稲妻線: 今日の線より左は、予定の期間に入っているのに未着手のタスク、右は、予定より早く着手・完了したタスクです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「ガントチャートを大きく」: 全体を大きく見たり、棒をドラッグして期間を直したりできます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編集モード</a:t>
            </a:r>
          </a:p>
        </p:txBody>
      </p:sp>
      <p:pic>
        <p:nvPicPr>
          <p:cNvPr id="4" name="Picture 3" descr="11-wbs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編集が終わったら「編集モードを終える」を押します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行の「担当」「期間」を押すと、その場で変えられます。タスクの追加は、いちばん下の入力欄に「ログイン画面を作る @小林 〜11/30」のように書いて Enter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ガントチャートを大きく</a:t>
            </a:r>
          </a:p>
        </p:txBody>
      </p:sp>
      <p:pic>
        <p:nvPicPr>
          <p:cNvPr id="4" name="Picture 3" descr="12-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296" y="1005840"/>
            <a:ext cx="793292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状態(未着手 / 進行中 / 完了)は、ふだんは作業ログで更新します。WBSで直すのは、間違いを直すときだけです。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子タスクを持つ親タスクには、担当も状態もありません。子タスクの状態から自動で決まります。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下の「変更履歴」で、誰が・いつ・何を変えたかを見られます(チームの全員と先生に見えます)。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PJ分析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PJ分析は、チームの概況・分析・ガントチャート・WBSをまとめた画面です。毎週のミーティングも、ここから始めます。</a:t>
            </a:r>
          </a:p>
        </p:txBody>
      </p:sp>
      <p:pic>
        <p:nvPicPr>
          <p:cNvPr id="5" name="Picture 4" descr="13-p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「ミーティングを始める」を押すと、毎週10分の確認が始まります。「Excelで保存」「PDFで保存(印刷)」で、中間報告の資料も作れます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ミーティング</a:t>
            </a:r>
          </a:p>
        </p:txBody>
      </p:sp>
      <p:pic>
        <p:nvPicPr>
          <p:cNvPr id="4" name="Picture 3" descr="14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ミーティングは、4つの段階で進めます: 前回の約束(2分) → 事実の確認(3分) → 詰まり・手待ちの解消(3分) → 決める(2分)。「次へ」で順に進みます。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記録されたデータをもとに話します。印象や言い訳ではなく、事実で確認します。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使い方・配色とトーン — 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迷ったときは「使い方」と「ガイド」を見ます。画面の色や言い方は、好みで変えられます。</a:t>
            </a:r>
          </a:p>
        </p:txBody>
      </p:sp>
      <p:pic>
        <p:nvPicPr>
          <p:cNvPr id="5" name="Picture 4" descr="15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98" y="1554480"/>
            <a:ext cx="5836242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「ガイド」: いつでも開けます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使い方・配色とトーン — 配色とトーン</a:t>
            </a:r>
          </a:p>
        </p:txBody>
      </p:sp>
      <p:pic>
        <p:nvPicPr>
          <p:cNvPr id="4" name="Picture 3" descr="16-t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665" y="1005840"/>
            <a:ext cx="5711708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配色(ブルー・シンプル・グリーン・パープル・オレンジ)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トーン(標準・カジュアル・シンプル): 画面とガイドの言い方が変わります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スマホ: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スマホでも、同じように使えます。毎日開くので、お気に入りに追加しておくと便利です(ホームの上に、追加のしかたが出ています)。</a:t>
            </a:r>
          </a:p>
        </p:txBody>
      </p:sp>
      <p:pic>
        <p:nvPicPr>
          <p:cNvPr id="5" name="Picture 4" descr="17-pho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6204" y="1554480"/>
            <a:ext cx="156911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スマホ: 作業ログ</a:t>
            </a:r>
          </a:p>
        </p:txBody>
      </p:sp>
      <p:pic>
        <p:nvPicPr>
          <p:cNvPr id="4" name="Picture 3" descr="18-phon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0616" y="1005840"/>
            <a:ext cx="1740286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上のメニューは、横にスクロールできます。ガントチャートは、左のタスク名が固定されます。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はじめて使うとき(ログイン・ガイド)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ログイン → 初回の案内 → はじめてのガイド → 使い方</a:t>
            </a:r>
          </a:p>
        </p:txBody>
      </p:sp>
      <p:pic>
        <p:nvPicPr>
          <p:cNvPr id="5" name="demo-4-star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作業ログを送る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 → 作業ログ → 結果を選ぶ → 一言 → 送信</a:t>
            </a:r>
          </a:p>
        </p:txBody>
      </p:sp>
      <p:pic>
        <p:nvPicPr>
          <p:cNvPr id="5" name="demo-1-dail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WBS・ガントチャートを見る・直す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一覧とガントチャート → 編集モード → タスク追加 → ガントチャートを大きく</a:t>
            </a:r>
          </a:p>
        </p:txBody>
      </p:sp>
      <p:pic>
        <p:nvPicPr>
          <p:cNvPr id="5" name="demo-2-wb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PJ分析とミーティング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PJ分析 → Excel・PDF → ミーティングの4段階</a:t>
            </a:r>
          </a:p>
        </p:txBody>
      </p:sp>
      <p:pic>
        <p:nvPicPr>
          <p:cNvPr id="5" name="demo-3-pj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困ったとき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作業ログを書き忘れたとき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作業ログは、その日のうちだけ書けます。次の授業日に、前回のあとのぶんをまとめて書いてください。欠席の扱いは、先生が入力します。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詰まったとき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まず、チームの誰かに相談します。作業ログで「詰まった」を選んで、どこで詰まったか・何を試したかを書くと、ミーティングの「詰まっていること」に出て、チームで解決できます。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WBSにない作業をしたとき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3931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作業ログの「＋ WBSにない作業をした」を押して、名前・入れる場所・やった日・結果・説明を書きます。送信すると、WBSにタスクとして追加されます。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手が空いた・やることがないとき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ホームの「担当がいないタスク」から「担当する」を押します。ミーティングの「手待ちの人と、タスクの振り分け」で決めることもできます。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ログインできない・画面がおかしい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3387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SafariまたはChromeで開いてください。@trident.ac.jp のアカウントで入ります。画面が古いときは、再読み込みします。「権限がありません」と出たら、名簿の確認が必要なので、先生に連絡してください。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