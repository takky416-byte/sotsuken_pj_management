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2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2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2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2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Noto Sans JP"/>
              </a:rPr>
              <a:t>卒研PJ管理 操作マニュアル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Noto Sans JP"/>
              </a:rPr>
              <a:t>学生編 説明資料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4389120"/>
            <a:ext cx="8503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E8F2FF"/>
                </a:solidFill>
                <a:latin typeface="Noto Sans JP"/>
              </a:rPr>
              <a:t>卒研の「予定」と「毎日の記録」を、チームで共有するためのアプリです。このマニュアルは、画面の写真と番号で、操作を説明します。写真のデータは、テスト用の架空のものです。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まずはこの4つ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これだけ覚えれば、使い始められます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1. ホームを開く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今日やること・次にやることが分かります。先生からのメッセージも、ここに出ます。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920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2. 授業日に作業ログを送信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560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やったことを選んで、一言書いて「作業ログを送信」。1分ほどです。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3. WBS・ガントチャートで予定を見る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チームの予定がひと目で分かります。直すときは「編集モードにする」。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23360"/>
            <a:ext cx="5394960" cy="2011680"/>
          </a:xfrm>
          <a:prstGeom prst="roundRect">
            <a:avLst/>
          </a:prstGeom>
          <a:solidFill>
            <a:srgbClr val="E8F2FF"/>
          </a:solidFill>
          <a:ln>
            <a:solidFill>
              <a:srgbClr val="D7E2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40"/>
            <a:ext cx="4937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0A84FF"/>
                </a:solidFill>
                <a:latin typeface="Noto Sans JP"/>
              </a:rPr>
              <a:t>4. PJ分析からミーティング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846320"/>
            <a:ext cx="49377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14223A"/>
                </a:solidFill>
                <a:latin typeface="Noto Sans JP"/>
              </a:rPr>
              <a:t>毎週10分の確認は、「ミーティングを始める」から始めます。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ログイン画面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学校のGoogleアカウント(@trident.ac.jp)で入ります。LINEやメールのアプリ内ブラウザでは入れないことがあるので、SafariまたはChromeで開いてください。</a:t>
            </a:r>
          </a:p>
        </p:txBody>
      </p:sp>
      <p:pic>
        <p:nvPicPr>
          <p:cNvPr id="5" name="Picture 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「Googleでログイン」を押して、学校のアカウントを選びます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1. ログインと初回の案内 — 初回の案内</a:t>
            </a:r>
          </a:p>
        </p:txBody>
      </p:sp>
      <p:pic>
        <p:nvPicPr>
          <p:cNvPr id="4" name="Picture 3" descr="02-not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935" y="1005840"/>
            <a:ext cx="75551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案内(先生が見られる内容など)を読んで、「確認して始める」を押します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はじめてのガイド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初回は、画面の使い方を順に見られるガイドが出ます。あとからは、右上の「ガイド」でいつでも開けます(開いている画面に合わせた説明から始まります)。</a:t>
            </a:r>
          </a:p>
        </p:txBody>
      </p:sp>
      <p:pic>
        <p:nvPicPr>
          <p:cNvPr id="5" name="Picture 4" descr="03-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「次へ →」で、画面の説明を順に見ます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「こんなとき」では、場面(詰まったとき、WBSにない作業をしたとき、など)からやり方を探せます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2. はじめてのガイド — ガイドの2枚目(ホーム)</a:t>
            </a:r>
          </a:p>
        </p:txBody>
      </p:sp>
      <p:pic>
        <p:nvPicPr>
          <p:cNvPr id="4" name="Picture 3" descr="04-gu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アプリを開いたら、まずホームを見ます。あいさつの下のボタン、今日やること、次にやること、先生からの連絡が、ここにまとまっています。</a:t>
            </a:r>
          </a:p>
        </p:txBody>
      </p:sp>
      <p:pic>
        <p:nvPicPr>
          <p:cNvPr id="5" name="Picture 4" descr="05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「成果物を提出」: 先生が決めた、成果物の提出先(Googleドライブ)が開きます。先生が設定したチームにだけ出ます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あいさつと、「作業ログを書く」のボタンです(書いたあとは「作業ログを見直す」になります)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「今日やること」: 期限を過ぎたもの、進行中のもの、今が予定の期間のもの。ここから作業ログへ進めます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「先生から〇チームへのメッセージ」: 先生がチームに送った、連絡です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0" y="5303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5257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「マイルストーンと企画」: 中間報告などの日程と、企画の記録です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ホーム: 前回のミーティングの議事録</a:t>
            </a:r>
          </a:p>
        </p:txBody>
      </p:sp>
      <p:pic>
        <p:nvPicPr>
          <p:cNvPr id="4" name="Picture 3" descr="06a-home-minu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45011"/>
            <a:ext cx="11430000" cy="449949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ホームの下: チーム(ようす・今週のミッション・ありがとう)</a:t>
            </a:r>
          </a:p>
        </p:txBody>
      </p:sp>
      <p:pic>
        <p:nvPicPr>
          <p:cNvPr id="4" name="Picture 3" descr="06-home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27" y="1005840"/>
            <a:ext cx="9886065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3. ホーム(まずここを見る)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「次にやること」には、前回の作業ログで決めたことと、担当がいないタスク(「担当する」で自分のタスクにできます)が出ます。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ホームの下の「チーム」に、「チームの今週のミッション」「ありがとう」「チームのようす」がまとまっています(スマホでは、押すと開きます)。点数や順位ではなく、状況を見るための目安です。助けてもらったら、「ありがとう」のスタンプを送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先生がミーティングの議事録を公開すると、ホームに「前回のミーティングの議事録」が出ます(読むだけです。古い回は「これまでの議事録」から)。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ホームの「初期WBSの見直し」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キックオフのあと、ホームに「初期WBSの見直し」が出ます。先生が用意した叩き台は、まだ「たとえば」の案です。チームで1項目ずつ見て、自分たちの企画に合わせて直します。</a:t>
            </a:r>
          </a:p>
        </p:txBody>
      </p:sp>
      <p:pic>
        <p:nvPicPr>
          <p:cNvPr id="5" name="Picture 4" descr="06b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27" y="1554480"/>
            <a:ext cx="6776185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案内です。叩き台の件数が出ます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やることは3つ: ① 全部の項目を読んで、削除・追加・修正する ② 担当を決める ③ 期間(いつからいつまで)を確かめる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「編集モードでWBSを開く」: 担当が決まっていない項目があれば、その項目だけを表示します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全部見たら、チェックを入れて「見直しを終えた」を押します(担当が決まっていない項目がなくなると押せます)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編集モードのWBS(担当が決まっていない項目だけ)</a:t>
            </a:r>
          </a:p>
        </p:txBody>
      </p:sp>
      <p:pic>
        <p:nvPicPr>
          <p:cNvPr id="4" name="Picture 3" descr="06c-review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「担当が決まっていない項目だけ」のチェックを外すと、全部の項目が見えます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4. 最初にやること: 初期WBSの見直し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担当は、行の「＋ 担当」を押して決めます(複数人でもかまいません)。期間は、はじめから入っています。自分たちの進め方に合わせて、ずれている所を直します。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「見直しを終えた」を押すまで、ホームとWBSに案内が出続けます。押すと、先生の画面にも「見直し済み」と出ます。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作業ログ(はじめ)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作業ログは、授業のときに書きます。授業時間外にやった作業も含めて、前回の作業ログのあとにやったことを、まとめて書きます。その日のうちなら、何度でも直せます。</a:t>
            </a:r>
          </a:p>
        </p:txBody>
      </p:sp>
      <p:pic>
        <p:nvPicPr>
          <p:cNvPr id="5" name="Picture 4" descr="07-daily-emp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" y="1554480"/>
            <a:ext cx="62865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やったタスクのカード。自分が担当のタスクが並びます。やっていないタスクは、そのままにします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「つぎにやること」を書く欄です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作業ログ(書いたところ)</a:t>
            </a:r>
          </a:p>
        </p:txBody>
      </p:sp>
      <p:pic>
        <p:nvPicPr>
          <p:cNvPr id="4" name="Picture 3" descr="08-daily-fil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585" y="1005840"/>
            <a:ext cx="6251869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結果を選びます(進んだ / 完了した / 詰まった)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何を・どこまでやったかを、一言書きます(10字以上)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「つぎにやること」を書きます(10字以上)。ホームの「次にやること」に出ます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0" y="38862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38404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「作業ログを送信」を押します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送信したあと</a:t>
            </a:r>
          </a:p>
        </p:txBody>
      </p:sp>
      <p:pic>
        <p:nvPicPr>
          <p:cNvPr id="4" name="Picture 3" descr="09-daily-d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0219" y="1005840"/>
            <a:ext cx="5781081" cy="55778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5. 作業ログ(いちばん大切な操作)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「完了した」を選んで送信すると、タスクも完了になります。「詰まった」の内容は、ミーティングの「詰まっていること」に出ます。まず、チームの誰かに相談してください。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WBSにない作業をしたときは「＋ WBSにない作業をした」を押して書きます。送信すると、WBSにタスクとして追加されます。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入力の途中は、この端末に自動で保存されます。日をまたぐと、その日の作業ログは直せません。欠席の扱いは、先生が入力します。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WBS・ガントチャート(閲覧モード)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チームの予定(タスク)の一覧と、予定の期間の棒(ガントチャート)です。広い画面では、一覧の右に棒が並びます。</a:t>
            </a:r>
          </a:p>
        </p:txBody>
      </p:sp>
      <p:pic>
        <p:nvPicPr>
          <p:cNvPr id="5" name="Picture 4" descr="10-w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97355"/>
            <a:ext cx="7589520" cy="474345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ふだんは閲覧モードです。直すときは「編集モードにする」を押します</a:t>
            </a:r>
          </a:p>
        </p:txBody>
      </p:sp>
      <p:sp>
        <p:nvSpPr>
          <p:cNvPr id="8" name="Oval 7"/>
          <p:cNvSpPr/>
          <p:nvPr/>
        </p:nvSpPr>
        <p:spPr>
          <a:xfrm>
            <a:off x="8229600" y="269748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65176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◆マイルストーン(中間報告など)の段です。見出しを押すと、閉じたり開いたりできます</a:t>
            </a:r>
          </a:p>
        </p:txBody>
      </p:sp>
      <p:sp>
        <p:nvSpPr>
          <p:cNvPr id="10" name="Oval 9"/>
          <p:cNvSpPr/>
          <p:nvPr/>
        </p:nvSpPr>
        <p:spPr>
          <a:xfrm>
            <a:off x="8229600" y="3566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3520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稲妻線: 今日の線より左は、予定の期間に入っているのに未着手のタスク、右は、予定より早く着手・完了したタスクです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0" y="4434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4389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「ガントチャートを大きく」: 全体を大きく見たり、棒をドラッグして期間を直したりできます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編集モード</a:t>
            </a:r>
          </a:p>
        </p:txBody>
      </p:sp>
      <p:pic>
        <p:nvPicPr>
          <p:cNvPr id="4" name="Picture 3" descr="11-wbs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編集が終わったら「編集モードを終える」を押します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行の「担当」「期間」を押すと、その場で変えられます。タスクの追加は、いちばん下の入力欄に「ログイン画面を作る @氷室 〜11/30」のように書いて Enter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0" y="301752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297180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タスク名のすぐ右の「詳細」を押すと、詳しい内容を開けます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タスクの詳細</a:t>
            </a:r>
          </a:p>
        </p:txBody>
      </p:sp>
      <p:pic>
        <p:nvPicPr>
          <p:cNvPr id="4" name="Picture 3" descr="11b-wbs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702" y="1005840"/>
            <a:ext cx="7139635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開始日・終了日・担当・詳細(やること・できあがりの目安・メモ)を、直せます。階層の変更・並べ替え・削除もここからできます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ガントチャートを大きく</a:t>
            </a:r>
          </a:p>
        </p:txBody>
      </p:sp>
      <p:pic>
        <p:nvPicPr>
          <p:cNvPr id="4" name="Picture 3" descr="12-gan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296" y="1005840"/>
            <a:ext cx="793292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6. WBS・ガントチャート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タスクが多いときは、「自分の担当だけ」にチェックを入れると、自分の担当のタスクだけが残ります。「すべて閉じる」「すべて開く」で、親タスクをまとめて開閉できます。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状態(未着手 / 進行中 / 完了)は、ふだんは作業ログで更新します。WBSで直すのは、間違いを直すときだけです。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子タスクを持つ親タスクには、担当も状態もありません。子タスクの状態から自動で決まります。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949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下の「変更履歴」で、誰が・いつ・何を変えたかを見られます(チームの全員と先生に見えます)。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PJ分析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PJ分析は、チームの概況・分析・ガントチャート・WBSをまとめた画面です。毎週のミーティングも、ここから始めます。</a:t>
            </a:r>
          </a:p>
        </p:txBody>
      </p:sp>
      <p:pic>
        <p:nvPicPr>
          <p:cNvPr id="5" name="Picture 4" descr="13-p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5569" y="1554480"/>
            <a:ext cx="5149900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「ミーティングを始める」を押すと、毎週10分の確認が始まります。「Excelで保存」「PDFで保存(印刷)」で、企業に出せる報告書(概要・進捗・ガントチャート・WBS)も作れます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報告書に載せる文章</a:t>
            </a:r>
          </a:p>
        </p:txBody>
      </p:sp>
      <p:pic>
        <p:nvPicPr>
          <p:cNvPr id="4" name="Picture 3" descr="13b-report-no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06" y="1005840"/>
            <a:ext cx="5492027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概要と、課題と今後の予定の文章を、チームの言葉で書きます(ふだんは閉じています)。書いたあと少しすると自動で保存され、報告書に「記入日」つきで載ります。概要は、キックオフで自動で作られます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ミーティング</a:t>
            </a:r>
          </a:p>
        </p:txBody>
      </p:sp>
      <p:pic>
        <p:nvPicPr>
          <p:cNvPr id="4" name="Picture 3" descr="14-mee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005840"/>
            <a:ext cx="8924544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7. PJ分析とミーティング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ミーティングは、4つの段階で進めます: 前回の約束(2分) → 事実の確認(3分) → 詰まり・手待ちの解消(3分) → 決める(2分)。「次へ」で順に進みます。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記録されたデータをもとに話します。印象や言い訳ではなく、事実で確認します。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使い方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迷ったときは「使い方」と「ガイド」を見ます。画面の色や言い方は、好みで変えられます。</a:t>
            </a:r>
          </a:p>
        </p:txBody>
      </p:sp>
      <p:pic>
        <p:nvPicPr>
          <p:cNvPr id="5" name="Picture 4" descr="15-hel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398" y="1554480"/>
            <a:ext cx="5836242" cy="5029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229600" y="182880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20" y="178308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「ガイド」: いつでも開けます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8. 使い方・配色とトーン — 配色とトーン</a:t>
            </a:r>
          </a:p>
        </p:txBody>
      </p:sp>
      <p:pic>
        <p:nvPicPr>
          <p:cNvPr id="4" name="Picture 3" descr="16-t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4665" y="1005840"/>
            <a:ext cx="5711708" cy="55778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8229600" y="128016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32520" y="123444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配色(ブルー・シンプル・グリーン・パープル・オレンジ)</a:t>
            </a:r>
          </a:p>
        </p:txBody>
      </p:sp>
      <p:sp>
        <p:nvSpPr>
          <p:cNvPr id="7" name="Oval 6"/>
          <p:cNvSpPr/>
          <p:nvPr/>
        </p:nvSpPr>
        <p:spPr>
          <a:xfrm>
            <a:off x="8229600" y="2148840"/>
            <a:ext cx="384048" cy="384048"/>
          </a:xfrm>
          <a:prstGeom prst="ellipse">
            <a:avLst/>
          </a:prstGeom>
          <a:solidFill>
            <a:srgbClr val="FF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2103120"/>
            <a:ext cx="3154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4223A"/>
                </a:solidFill>
                <a:latin typeface="Noto Sans JP"/>
              </a:rPr>
              <a:t>トーン(標準・カジュアル・シンプル): 画面とガイドの言い方が変わります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ホーム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6A85"/>
                </a:solidFill>
                <a:latin typeface="Noto Sans JP"/>
              </a:rPr>
              <a:t>スマホでも、同じように使えます。毎日開くので、お気に入りに追加しておくと便利です(ホームの上に、追加のしかたが出ています)。</a:t>
            </a:r>
          </a:p>
        </p:txBody>
      </p:sp>
      <p:pic>
        <p:nvPicPr>
          <p:cNvPr id="5" name="Picture 4" descr="17-phon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800" y="1554480"/>
            <a:ext cx="2323919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スマホ: 作業ログ</a:t>
            </a:r>
          </a:p>
        </p:txBody>
      </p:sp>
      <p:pic>
        <p:nvPicPr>
          <p:cNvPr id="4" name="Picture 3" descr="18-phone-dai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041" y="1005840"/>
            <a:ext cx="2577437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9. スマホで使う — ポイント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789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4223A"/>
                </a:solidFill>
                <a:latin typeface="Noto Sans JP"/>
              </a:rPr>
              <a:t>● 画面の下のメニューで、画面を切り替えます。WBSは、ガントチャートの表示から始まります(「一覧」で切り替えます)。配色とトーンは、「使い方」のページにあります。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はじめて使うとき(ログイン・ガイド)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ログイン → 初回の案内 → はじめてのガイド → 使い方</a:t>
            </a:r>
          </a:p>
        </p:txBody>
      </p:sp>
      <p:pic>
        <p:nvPicPr>
          <p:cNvPr id="5" name="demo-4-start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初期WBSの見直し(キックオフのあと)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ホームの案内 → 編集モードでWBSを開く → 担当を決める → 見直しを終えた</a:t>
            </a:r>
          </a:p>
        </p:txBody>
      </p:sp>
      <p:pic>
        <p:nvPicPr>
          <p:cNvPr id="5" name="demo-5-review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作業ログを送る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ホーム → 作業ログ → 結果を選ぶ → 一言 → 送信</a:t>
            </a:r>
          </a:p>
        </p:txBody>
      </p:sp>
      <p:pic>
        <p:nvPicPr>
          <p:cNvPr id="5" name="demo-1-daily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WBS・ガントチャートを見る・直す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一覧とガントチャート → 編集モード → タスク追加 → ガントチャートを大きく</a:t>
            </a:r>
          </a:p>
        </p:txBody>
      </p:sp>
      <p:pic>
        <p:nvPicPr>
          <p:cNvPr id="5" name="demo-2-wb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操作デモ — PJ分析とミーティング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6A85"/>
                </a:solidFill>
                <a:latin typeface="Noto Sans JP"/>
              </a:rPr>
              <a:t>PJ分析 → Excel・PDF → ミーティングの4段階</a:t>
            </a:r>
          </a:p>
        </p:txBody>
      </p:sp>
      <p:pic>
        <p:nvPicPr>
          <p:cNvPr id="5" name="demo-3-pj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7360" y="1737360"/>
            <a:ext cx="8686800" cy="488289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Noto Sans JP"/>
              </a:rPr>
              <a:t>困ったとき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作業ログを書き忘れたとき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447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作業ログは、その日のうちだけ書けます。次の授業日に、前回のあとのぶんをまとめて書いてください。欠席の扱いは、先生が入力します。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詰まったとき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まず、チームの誰かに相談します。作業ログで「詰まった」を選んで、どこで詰まったか・何を試したかを書くと、ミーティングの「詰まっていること」に出て、チームで解決できます。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91839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WBSにない作業をしたとき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9311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作業ログの「＋ WBSにない作業をした」を押して、名前・入れる場所・やった日・結果・説明を書きます。送信すると、WBSにタスクとして追加されます。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手が空いた・やることがないとき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7365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ホームの「担当がいないタスク」から「担当する」を押します。ミーティングの「手待ちの人と、タスクの振り分け」で決めることもできます。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ログインできない・画面がおかしい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3387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SafariまたはChromeで開いてください。@trident.ac.jp のアカウントで入ります。画面が古いときは、再読み込みします。「権限がありません」と出たら、名簿の確認が必要なので、先生に連絡してください。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583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A84FF"/>
                </a:solidFill>
                <a:latin typeface="Noto Sans JP"/>
              </a:rPr>
              <a:t>初期WBSの見直しが終わらない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93115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4223A"/>
                </a:solidFill>
                <a:latin typeface="Noto Sans JP"/>
              </a:rPr>
              <a:t>ホームの「初期WBSの見直し」の「編集モードでWBSを開く」から、担当が決まっていない項目に担当を付けます。担当がそろうと、「見直しを終えた」を押せます。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