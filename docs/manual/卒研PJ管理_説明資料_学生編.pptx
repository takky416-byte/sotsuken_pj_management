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5" y="1005840"/>
            <a:ext cx="75551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アプリを開いたら、まずホームを見ます。あいさつの下のボタン、今日やること、次にやること、先生からの連絡が、ここにまとまっています。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あいさつと、「作業ログを書く」のボタンです(書いたあとは「作業ログを見直す」になります)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「先生から〇チームへのメッセージ」: 先生がチームに送った、連絡です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中間報告などの日程と、企画の記録です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ホーム: 前回のミーティングの議事録</a:t>
            </a:r>
          </a:p>
        </p:txBody>
      </p:sp>
      <p:pic>
        <p:nvPicPr>
          <p:cNvPr id="4" name="Picture 3" descr="06a-home-min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5011"/>
            <a:ext cx="11430000" cy="44994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27" y="1005840"/>
            <a:ext cx="988606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先生がミーティングの議事録を公開すると、ホームに「前回のミーティングの議事録」が出ます(読むだけです。古い回は「これまでの議事録」から)。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ホームの「初期WBSの見直し」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キックオフのあと、ホームに「初期WBSの見直し」が出ます。先生が用意した叩き台は、「たとえば」の案です。キックオフの直後の授業で、チーム全員で時間をとって、1項目ずつ見て、削除・追加・修正をして、自分たちの計画として完成させます。</a:t>
            </a:r>
          </a:p>
        </p:txBody>
      </p:sp>
      <p:pic>
        <p:nvPicPr>
          <p:cNvPr id="5" name="Picture 4" descr="06b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27" y="1554480"/>
            <a:ext cx="6776185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案内です。叩き台の件数が出ます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やることは3つ: ① 全部の項目を読んで、計画を完成させる(要らない項目は削除、足りない項目は追加、言葉・内容・期間は修正) ② 担当を決める ③ 期間(いつからいつまで)を確かめる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「編集モードでWBSを開く」: 担当が決まっていない項目があれば、その項目だけを表示します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全部見たら、チェックを入れて「見直しを終えた」を押します(担当が決まっていない項目がなくなると押せます)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編集モードのWBS(担当が決まっていない項目だけ)</a:t>
            </a:r>
          </a:p>
        </p:txBody>
      </p:sp>
      <p:pic>
        <p:nvPicPr>
          <p:cNvPr id="4" name="Picture 3" descr="06c-review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「担当が決まっていない項目だけ」のチェックを外すと、全部の項目が見えます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叩き台は、そのままでは使いません。企画に合わない項目は削除、足りない項目は追加、言い方や期間は修正して、自分たちの計画として完成させます。迷ったときは、先生に聞きます。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担当は、行の「＋ 担当」を押して決めます(複数人でもかまいません)。期間は、はじめから入っています。自分たちの進め方に合わせて、ずれている所を直します。ハード(機材)の企画は、機材の選定(〜11/4)と機材購入リスト(11/5)の期間も、自分たちで確かめ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「見直しを終えた」を押すまで、ホームとWBSに案内が出続けます。押すと、先生の画面にも「見直し済み」と出ます。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やったタスクのカード。右上の「詳細 ▾」で、そのタスクの詳細(やること・できあがり)を開閉できます。着手していないタスクなど、今日は作業していないタスクは、「今日は作業していない」を押すと、カードが消えます(「ほかのタスクを選ぶ」から選び直せます)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133" y="1005840"/>
            <a:ext cx="5818773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05" y="1005840"/>
            <a:ext cx="5711708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「何を・どこまでやったか」は、Markdown(箇条書き・太字・リンクなど)で書けます。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担当でないタスクは、「ほかのタスクを選ぶ」から選びます。WBSの順に並んでいて、文字を入れると絞り込めます。選んで提出すると、あなたもそのタスクの担当に加わります。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タスクを1つも選ばないと、送信できません。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7665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138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@〇〇 〜11/30」のように書いて Enter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タスク名のすぐ右の「詳細」を押すと、詳しい内容を開けます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タスクの詳細</a:t>
            </a:r>
          </a:p>
        </p:txBody>
      </p:sp>
      <p:pic>
        <p:nvPicPr>
          <p:cNvPr id="4" name="Picture 3" descr="11b-wb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開始日・終了日・担当・詳細(やること・できあがりの目安・メモ)を、直せます。階層の変更・並べ替え・削除もここからできます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ガントチャートで、タスクを追加する</a:t>
            </a:r>
          </a:p>
        </p:txBody>
      </p:sp>
      <p:pic>
        <p:nvPicPr>
          <p:cNvPr id="4" name="Picture 3" descr="12b-gantt-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26569"/>
            <a:ext cx="7589520" cy="5336381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各行の「＋」を押すと、その行の中にタスクを追加する入力欄が出ます(小項目の行では、同じ階層に追加)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タスク名を書いて Enter。続けて何件も入れられます。「タスク名 @〇〇 〜11/30」のように、担当や期限も書けます。Esc で閉じます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ガントチャートを大きくした表示でも、各行の「＋」から、その場でタスクを追加できます(大項目は、いちばん下の「＋ 大項目を追加」)。追加したタスクは期間のない行になるので、棒をなぞって期間を入れましょう。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7665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「ミーティングを始める」を押すと、毎週10分の確認が始まります。「Excelで保存」「PDFで保存(印刷)」で、企業に出せる報告書(概要・進捗・ガントチャート・WBS)も作れます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報告書に載せる文章</a:t>
            </a:r>
          </a:p>
        </p:txBody>
      </p:sp>
      <p:pic>
        <p:nvPicPr>
          <p:cNvPr id="4" name="Picture 3" descr="13b-repor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06" y="1005840"/>
            <a:ext cx="5492027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概要と、課題と今後の予定の文章を、チームの言葉で書きます(ふだんは閉じています)。書いたあと少しすると自動で保存され、報告書に「記入日」つきで載ります。概要は、キックオフで自動で作られます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初期WBSの見直し(キックオフのあと)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ホームの案内 → 編集モードでWBSを開く → 担当を決める → 見直しを終えた</a:t>
            </a:r>
          </a:p>
        </p:txBody>
      </p:sp>
      <p:pic>
        <p:nvPicPr>
          <p:cNvPr id="5" name="demo-5-revie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タスクの詳細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システム構成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サーバーを自前で持たず、Googleのサービスと無料枠だけで動いています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7627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学生・先生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ブラウザ(PC・スマホ)
で使う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173736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81051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Hosting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24028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画面(React)を配信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92608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99923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Firebase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342900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Googleログイン
(学校のアカウントのみ)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114800"/>
            <a:ext cx="256032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4187952"/>
            <a:ext cx="23774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Cloud Firestore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617720"/>
            <a:ext cx="23774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データの保存
+ セキュリティルール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3291840"/>
            <a:ext cx="2194560" cy="118872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3364992"/>
            <a:ext cx="201167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Apps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19" y="3794760"/>
            <a:ext cx="20116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毎日の自動処理
(バックアップ・進捗書き出し)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210312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0" y="217627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ドライブ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606039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バックアップ
進捗報告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66960" y="3657600"/>
            <a:ext cx="1920240" cy="914400"/>
          </a:xfrm>
          <a:prstGeom prst="roundRect">
            <a:avLst/>
          </a:prstGeom>
          <a:solidFill>
            <a:srgbClr val="E8F2FF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3730752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A84FF"/>
                </a:solidFill>
                <a:latin typeface="Noto Sans JP"/>
              </a:rPr>
              <a:t>Gmail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4160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先生への通知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394960"/>
            <a:ext cx="11338560" cy="914400"/>
          </a:xfrm>
          <a:prstGeom prst="roundRect">
            <a:avLst/>
          </a:prstGeom>
          <a:solidFill>
            <a:srgbClr val="FFF1E0"/>
          </a:solidFill>
          <a:ln>
            <a:solidFill>
              <a:srgbClr val="B8C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68112"/>
            <a:ext cx="11155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7A00"/>
                </a:solidFill>
                <a:latin typeface="Noto Sans JP"/>
              </a:rPr>
              <a:t>GitHub Actions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23A"/>
                </a:solidFill>
                <a:latin typeface="Noto Sans JP"/>
              </a:rPr>
              <a:t>テストして、問題がなければ Hosting とセキュリティルールを公開(手動で実行)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651760" y="2194560"/>
            <a:ext cx="1005840" cy="45720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651760" y="2743200"/>
            <a:ext cx="1005840" cy="6400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651760" y="3017520"/>
            <a:ext cx="1005840" cy="155448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240280" y="350215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直接読み書き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6217920" y="4023360"/>
            <a:ext cx="1280159" cy="5486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0" y="400507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A6A85"/>
                </a:solidFill>
                <a:latin typeface="Noto Sans JP"/>
              </a:rPr>
              <a:t>先生の権限で読む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9692640" y="2651760"/>
            <a:ext cx="274320" cy="10058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692640" y="4023360"/>
            <a:ext cx="274320" cy="91440"/>
          </a:xfrm>
          <a:prstGeom prst="line">
            <a:avLst/>
          </a:prstGeom>
          <a:ln w="25400">
            <a:solidFill>
              <a:srgbClr val="5A6A8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57200" y="489204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6A85"/>
                </a:solidFill>
                <a:latin typeface="Noto Sans JP"/>
              </a:rPr>
              <a:t>※ Cloud Functions・Storage は使わない(無料プランで運用)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使っている技術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小さく、無料で、長く動かせることを優先して選んでいます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画面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1887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React 18 + TypeScript(厳密モード)+ Vite。UIライブラリは使わず、素のCSS。日本語UI、PC優先でスマホにも対応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5740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データ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05740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Cloud Firestore(リアルタイムに更新)。サーバーを挟まず、画面から直接読み書きする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ログイン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92608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Authentication の Google ログインのみ。学校のメールで、名簿(roster)に載っている人だけが入れる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94759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794759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出力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794759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Excel(ExcelJS)・PDF(印刷)・CSV。企業に出せる進捗報告書を、画面から作れる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6344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自動処理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66344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Google Apps Script。毎日のバックアップ、Excel・PDFの進捗書き出し(ドライブへ)、先生への通知(Gmail)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737360" cy="73152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737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</a:rPr>
              <a:t>公開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532120"/>
            <a:ext cx="93268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Firebase Hosting。GitHub Actions で、テストに通ったものだけを公開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データとセキュリティ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守りの本体は、サーバーではなく Firestore のセキュリティルールです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88720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入れる人を限る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1887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学校のGoogleアカウントで、メールが確認済みで、名簿にある人だけ。名簿にない人は、ログインしてもデータを読めない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304288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12848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役割で分ける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212848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学生は自分のチームだけ。先生は全チームを見られる。キックオフ前の叩き台や名簿など、先生だけが読み書きできるデータがある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328416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36976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個人情報を絞る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36976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メールアドレスは名簿にだけ置き、ほかのデータは学生ID(A1〜H4)で参照する。他人のメールは読めない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352544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261104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消えにくくする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261104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毎日バックアップをドライブへ。先生は、過去の状態から復元できる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376672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85232"/>
            <a:ext cx="2743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A84FF"/>
                </a:solidFill>
                <a:latin typeface="Noto Sans JP"/>
              </a:rPr>
              <a:t>試して守る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85232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ルールそのものを、エミュレータで自動テストしている。変えるたびに、破られないかを確かめる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技術の説明 — 開発と運用の仕組み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作ったあとも、壊れずに直し続けられるようにしています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3種類の自動テスト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・関数の単体テスト(Vitest)
・セキュリティルールのテスト(Firestoreエミュレータ)
・画面の通しテスト(Playwright)
この画面の操作マニュアルと動画も、同じ仕組みで自動で撮影・生成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公開の流れ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1. 変更を保存(GitHub)
2. 型チェック・テスト・ビルド
3. すべて通ったら、Hosting とルールを公開
通らなければ、公開されない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280160"/>
            <a:ext cx="3657600" cy="493776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41732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A84FF"/>
                </a:solidFill>
                <a:latin typeface="Noto Sans JP"/>
              </a:rPr>
              <a:t>無料枠で回す工夫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03120"/>
            <a:ext cx="32918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・読み取り回数を減らす(バックアップは軽い版を毎日、フル版は週1回)
・Cloud Functions を使わず、定期処理は Apps Script
・データは小さく保つ(動画や録音は置かない)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初期WBSの見直しが終わらない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9311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ホームの「初期WBSの見直し」の「編集モードでWBSを開く」から、担当が決まっていない項目に担当を付けます。担当がそろうと、「見直しを終えた」を押せます。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768095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作業ログで、タスクを間違えて選んだ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802843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そのカードの「今日は作業していない」を押すと、作業ログから消えます(説明を書いていたときは、確認が出ます)。外したタスクは、「ほかのタスクを選ぶ」から選び直せます。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87782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作業ログのタスクの詳細を見たい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912571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カードの右上の「詳細 ▾」を押すと、やること・できあがりが開きます。もう一度押すと閉じます。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